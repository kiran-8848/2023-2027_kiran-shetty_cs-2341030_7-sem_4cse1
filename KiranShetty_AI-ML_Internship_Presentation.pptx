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3234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3234A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394960"/>
            <a:ext cx="2011680" cy="201168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5" name="Image 0" descr="/home/claude/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048" y="502920"/>
            <a:ext cx="137160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084832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06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971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AI-ML Virtual Internship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379476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• Image Classification • Product Image Search using TensorFlow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280160" y="4526280"/>
            <a:ext cx="9631375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645920" y="47823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5038344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 Shetty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61608" y="47823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461608" y="5038344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CS-2341030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55595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5815584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7th Semester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461608" y="55595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461608" y="5815584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Foundation, in association with Google for Developers &amp; AICTE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5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037283"/>
            <a:ext cx="405994" cy="4059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938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258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EduSkills and Google for Developers are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" y="2862072"/>
            <a:ext cx="548640" cy="54864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9" name="Image 1" descr="/home/claude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83" y="2933395"/>
            <a:ext cx="405994" cy="40599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154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internship, and what it aimed to teach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" y="3758184"/>
            <a:ext cx="548640" cy="54864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13" name="Image 2" descr="/home/claude/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3829507"/>
            <a:ext cx="405994" cy="40599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3730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Architecture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4050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and how the system works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" y="4654296"/>
            <a:ext cx="548640" cy="54864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17" name="Image 3" descr="/home/claude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" y="4725619"/>
            <a:ext cx="405994" cy="40599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46268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Modules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691640" y="49469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process I followed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822960" y="5550408"/>
            <a:ext cx="548640" cy="54864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21" name="Image 4" descr="/home/claude/icons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" y="5621731"/>
            <a:ext cx="405994" cy="40599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91640" y="55229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&amp; Certificate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691640" y="584301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 and the result achieved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178040" y="182880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/>
        </p:spPr>
      </p:sp>
      <p:sp>
        <p:nvSpPr>
          <p:cNvPr id="25" name="Shape 18"/>
          <p:cNvSpPr/>
          <p:nvPr/>
        </p:nvSpPr>
        <p:spPr>
          <a:xfrm>
            <a:off x="8732520" y="2423160"/>
            <a:ext cx="1097280" cy="109728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26" name="Image 5" descr="/home/claude/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5166" y="2565806"/>
            <a:ext cx="811987" cy="81198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45236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8-Week Virtual Internship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7452360" y="4114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2026, conducted online under the National Internship Portal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7726680" y="5029200"/>
            <a:ext cx="3108960" cy="0"/>
          </a:xfrm>
          <a:prstGeom prst="line">
            <a:avLst/>
          </a:prstGeom>
          <a:noFill/>
          <a:ln w="12700">
            <a:solidFill>
              <a:srgbClr val="D7DCE6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745236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Achieved: O (Outstanding)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05C"/>
          </a:solidFill>
          <a:ln/>
        </p:spPr>
      </p:sp>
      <p:sp>
        <p:nvSpPr>
          <p:cNvPr id="3" name="Shape 1"/>
          <p:cNvSpPr/>
          <p:nvPr/>
        </p:nvSpPr>
        <p:spPr>
          <a:xfrm>
            <a:off x="1600200" y="1280160"/>
            <a:ext cx="1188720" cy="118872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4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4734" y="1434694"/>
            <a:ext cx="879653" cy="8796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743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 — “Nation Building Through Skills”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17720" y="868680"/>
            <a:ext cx="6949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873752" y="1147572"/>
            <a:ext cx="676656" cy="676656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9" name="Image 1" descr="/home/claude/icons/gradu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717" y="1235537"/>
            <a:ext cx="500725" cy="5007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06440" y="1033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EduSkills Foundation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806440" y="1417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industry-relevant training and virtual internship programs to students across India.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17720" y="2359152"/>
            <a:ext cx="6949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873752" y="2638044"/>
            <a:ext cx="676656" cy="676656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14" name="Image 2" descr="/home/claude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717" y="2726009"/>
            <a:ext cx="500725" cy="5007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806440" y="25237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for Developers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5806440" y="290779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the program under its India Edu Program, providing structured AI/ML learning content.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17720" y="3849624"/>
            <a:ext cx="6949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4873752" y="4128516"/>
            <a:ext cx="676656" cy="676656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19" name="Image 3" descr="/home/claude/icons/certific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717" y="4216481"/>
            <a:ext cx="500725" cy="50072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806440" y="40142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5806440" y="439826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 Council for Technical Education — coordinated the program through the National Internship Portal.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Internship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Machine Learning are among the fastest-growing areas of technology, used in everything from image recognition to recommendation systems. This internship gave me a structured, hands-on introduction to how these systems are actually built.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weeks, I worked through modules on building neural networks with TensorFlow, detecting objects in images, classifying images, and performing product image search — combining short lessons with practical exercises.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742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5120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5742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5120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81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Outstanding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5742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86600" y="1783080"/>
            <a:ext cx="4434840" cy="4343400"/>
          </a:xfrm>
          <a:prstGeom prst="roundRect">
            <a:avLst>
              <a:gd name="adj" fmla="val 2526"/>
            </a:avLst>
          </a:prstGeom>
          <a:solidFill>
            <a:srgbClr val="1B30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5236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AT A GLANCE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52360" y="3108960"/>
            <a:ext cx="3703320" cy="0"/>
          </a:xfrm>
          <a:prstGeom prst="line">
            <a:avLst/>
          </a:prstGeom>
          <a:noFill/>
          <a:ln w="12700">
            <a:solidFill>
              <a:srgbClr val="2E42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452360" y="2862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(April – June 2026)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52360" y="4005072"/>
            <a:ext cx="3703320" cy="0"/>
          </a:xfrm>
          <a:prstGeom prst="line">
            <a:avLst/>
          </a:prstGeom>
          <a:noFill/>
          <a:ln w="12700">
            <a:solidFill>
              <a:srgbClr val="2E42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3502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3758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/ Online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452360" y="4901184"/>
            <a:ext cx="3703320" cy="0"/>
          </a:xfrm>
          <a:prstGeom prst="line">
            <a:avLst/>
          </a:prstGeom>
          <a:noFill/>
          <a:ln w="12700">
            <a:solidFill>
              <a:srgbClr val="2E42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52360" y="4398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654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452360" y="5797296"/>
            <a:ext cx="3703320" cy="0"/>
          </a:xfrm>
          <a:prstGeom prst="line">
            <a:avLst/>
          </a:prstGeom>
          <a:noFill/>
          <a:ln w="12700">
            <a:solidFill>
              <a:srgbClr val="2E427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52360" y="5294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5550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76272"/>
            <a:ext cx="914400" cy="91440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6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95144"/>
            <a:ext cx="676656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14884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objects in an image, classifying images, or finding visually similar products was traditionally done manually or with rule-based code — slow, error-prone, and hard to scale.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addressed this gap by teaching how modern deep learning models can: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070049" y="4160520"/>
            <a:ext cx="777240" cy="77724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10" name="Image 1" descr="/home/claude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090" y="4261561"/>
            <a:ext cx="575158" cy="5751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" y="5074920"/>
            <a:ext cx="336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directly from data instead of fixed hand-written rules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707228" y="4160520"/>
            <a:ext cx="777240" cy="77724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13" name="Image 2" descr="/home/claude/icons/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269" y="4261561"/>
            <a:ext cx="575158" cy="57515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14418" y="5074920"/>
            <a:ext cx="336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and classify visual patterns automatically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344406" y="4160520"/>
            <a:ext cx="777240" cy="77724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16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447" y="4261561"/>
            <a:ext cx="575158" cy="57515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51597" y="5074920"/>
            <a:ext cx="3362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match images at scale, reliably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120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25880" y="1947672"/>
            <a:ext cx="10195560" cy="548640"/>
          </a:xfrm>
          <a:prstGeom prst="roundRect">
            <a:avLst>
              <a:gd name="adj" fmla="val 13333"/>
            </a:avLst>
          </a:prstGeom>
          <a:solidFill>
            <a:srgbClr val="1323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194767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artificial neural networks are built using TensorFlow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120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07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5880" y="2788920"/>
            <a:ext cx="10195560" cy="548640"/>
          </a:xfrm>
          <a:prstGeom prst="roundRect">
            <a:avLst>
              <a:gd name="adj" fmla="val 13333"/>
            </a:avLst>
          </a:prstGeom>
          <a:solidFill>
            <a:srgbClr val="132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00200" y="27889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object detection identifies and locates items within an image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120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25880" y="3630168"/>
            <a:ext cx="10195560" cy="548640"/>
          </a:xfrm>
          <a:prstGeom prst="roundRect">
            <a:avLst>
              <a:gd name="adj" fmla="val 13333"/>
            </a:avLst>
          </a:prstGeom>
          <a:solidFill>
            <a:srgbClr val="1323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00200" y="363016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image classification models are trained to sort images into categories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120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25880" y="4471416"/>
            <a:ext cx="10195560" cy="548640"/>
          </a:xfrm>
          <a:prstGeom prst="roundRect">
            <a:avLst>
              <a:gd name="adj" fmla="val 13333"/>
            </a:avLst>
          </a:prstGeom>
          <a:solidFill>
            <a:srgbClr val="1323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600200" y="447141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product image search works using image similarity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1202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25880" y="5312664"/>
            <a:ext cx="10195560" cy="548640"/>
          </a:xfrm>
          <a:prstGeom prst="roundRect">
            <a:avLst>
              <a:gd name="adj" fmla="val 13333"/>
            </a:avLst>
          </a:prstGeom>
          <a:solidFill>
            <a:srgbClr val="1323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600200" y="531266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real AI/ML tools through practical exercises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focused on building a strong foundation in AI/ML rather than a large-scale production system — giving practical grounding for more advanced computer vision projects in the future.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3063240"/>
            <a:ext cx="640080" cy="64008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7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30" y="3146450"/>
            <a:ext cx="473659" cy="47365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Covered in this Internship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60120" y="3968496"/>
            <a:ext cx="100584" cy="100584"/>
          </a:xfrm>
          <a:prstGeom prst="ellipse">
            <a:avLst/>
          </a:prstGeom>
          <a:solidFill>
            <a:srgbClr val="1B30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07008" y="383133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neural networks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" y="4498848"/>
            <a:ext cx="100584" cy="100584"/>
          </a:xfrm>
          <a:prstGeom prst="ellipse">
            <a:avLst/>
          </a:prstGeom>
          <a:solidFill>
            <a:srgbClr val="1B305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07008" y="436168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basics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" y="5029200"/>
            <a:ext cx="100584" cy="100584"/>
          </a:xfrm>
          <a:prstGeom prst="ellipse">
            <a:avLst/>
          </a:prstGeom>
          <a:solidFill>
            <a:srgbClr val="1B30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207008" y="48920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workflow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60120" y="5559552"/>
            <a:ext cx="100584" cy="100584"/>
          </a:xfrm>
          <a:prstGeom prst="ellipse">
            <a:avLst/>
          </a:prstGeom>
          <a:solidFill>
            <a:srgbClr val="1B305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207008" y="54223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product image search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278892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4F6FA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0" y="3063240"/>
            <a:ext cx="640080" cy="64008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19" name="Image 1" descr="/home/claude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890" y="3146450"/>
            <a:ext cx="473659" cy="47365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36092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this Internship's Scope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583680" y="3968496"/>
            <a:ext cx="100584" cy="100584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830568" y="383133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production deployment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583680" y="4498848"/>
            <a:ext cx="100584" cy="100584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830568" y="436168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datasets from scratch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583680" y="5029200"/>
            <a:ext cx="100584" cy="100584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830568" y="48920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 optimisation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583680" y="5559552"/>
            <a:ext cx="100584" cy="100584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830568" y="54223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edge deployment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76272"/>
            <a:ext cx="594360" cy="59436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6" name="Image 0" descr="/home/claude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667" y="2253539"/>
            <a:ext cx="439826" cy="439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186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used throughout the internship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176272"/>
            <a:ext cx="594360" cy="59436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11" name="Image 1" descr="/home/claude/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707" y="2253539"/>
            <a:ext cx="439826" cy="4398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&amp; Keras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2186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used to build and train neural network models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176272"/>
            <a:ext cx="594360" cy="59436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16" name="Image 2" descr="/home/claude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747" y="2253539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Neural Networks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2186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deep learning concept behind detection &amp; classification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325112"/>
            <a:ext cx="594360" cy="59436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21" name="Image 3" descr="/home/claude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67" y="4402379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5029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 / Jupyter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3675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for writing and running code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0690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4325112"/>
            <a:ext cx="594360" cy="594360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26" name="Image 4" descr="/home/claude/icon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707" y="4402379"/>
            <a:ext cx="439826" cy="43982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17720" y="5029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&amp; Matplotlib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53675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libraries for data handling and visualisation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image moves through the system, from input to final result.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1B305C"/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2743200"/>
            <a:ext cx="640080" cy="64008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7" name="Image 0" descr="/home/claude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10" y="2826410"/>
            <a:ext cx="473659" cy="47365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Image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69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 provided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514600" y="3291840"/>
            <a:ext cx="3847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99334" y="24688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1B305C"/>
          </a:solidFill>
          <a:ln/>
        </p:spPr>
      </p:sp>
      <p:sp>
        <p:nvSpPr>
          <p:cNvPr id="12" name="Shape 9"/>
          <p:cNvSpPr/>
          <p:nvPr/>
        </p:nvSpPr>
        <p:spPr>
          <a:xfrm>
            <a:off x="3516554" y="2743200"/>
            <a:ext cx="640080" cy="64008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13" name="Image 1" descr="/home/claude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764" y="2826410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90774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Pre-processing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990774" y="4069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&amp; normalise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773854" y="3291840"/>
            <a:ext cx="3847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158588" y="24688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1B305C"/>
          </a:solidFill>
          <a:ln/>
        </p:spPr>
      </p:sp>
      <p:sp>
        <p:nvSpPr>
          <p:cNvPr id="18" name="Shape 14"/>
          <p:cNvSpPr/>
          <p:nvPr/>
        </p:nvSpPr>
        <p:spPr>
          <a:xfrm>
            <a:off x="5775808" y="2743200"/>
            <a:ext cx="640080" cy="64008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19" name="Image 2" descr="/home/claude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018" y="2826410"/>
            <a:ext cx="473659" cy="47365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50028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Model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250028" y="4069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network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7033108" y="3291840"/>
            <a:ext cx="3847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7417841" y="24688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1B305C"/>
          </a:solidFill>
          <a:ln/>
        </p:spPr>
      </p:sp>
      <p:sp>
        <p:nvSpPr>
          <p:cNvPr id="24" name="Shape 19"/>
          <p:cNvSpPr/>
          <p:nvPr/>
        </p:nvSpPr>
        <p:spPr>
          <a:xfrm>
            <a:off x="8035061" y="2743200"/>
            <a:ext cx="640080" cy="640080"/>
          </a:xfrm>
          <a:prstGeom prst="ellipse">
            <a:avLst/>
          </a:prstGeom>
          <a:solidFill>
            <a:srgbClr val="2E4270"/>
          </a:solidFill>
          <a:ln/>
        </p:spPr>
      </p:sp>
      <p:pic>
        <p:nvPicPr>
          <p:cNvPr id="25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272" y="2826410"/>
            <a:ext cx="473659" cy="473659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509281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509281" y="4069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identified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9292361" y="3291840"/>
            <a:ext cx="3847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9677095" y="24688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81202C"/>
          </a:solidFill>
          <a:ln/>
        </p:spPr>
      </p:sp>
      <p:sp>
        <p:nvSpPr>
          <p:cNvPr id="30" name="Shape 24"/>
          <p:cNvSpPr/>
          <p:nvPr/>
        </p:nvSpPr>
        <p:spPr>
          <a:xfrm>
            <a:off x="10294315" y="2743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4" descr="/home/claude/icons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7526" y="2826410"/>
            <a:ext cx="473659" cy="47365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68535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9768535" y="40690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box, or match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640080" y="5120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 — Simplified processing pipeline used across all three modules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1B30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5564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the basic theory of neural networks and how TensorFlow builds them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66928" cy="566928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175564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Practised building and training simple models on sample datasets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566928" cy="566928"/>
          </a:xfrm>
          <a:prstGeom prst="ellipse">
            <a:avLst/>
          </a:prstGeom>
          <a:solidFill>
            <a:srgbClr val="1B30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08152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the object detection workflow — how models locate and label objects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154680"/>
            <a:ext cx="566928" cy="566928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08152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the image classification workflow — pre-processing, training, evaluation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566928" cy="566928"/>
          </a:xfrm>
          <a:prstGeom prst="ellipse">
            <a:avLst/>
          </a:prstGeom>
          <a:solidFill>
            <a:srgbClr val="1B30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40740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product image search using feature comparison between images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480560"/>
            <a:ext cx="566928" cy="566928"/>
          </a:xfrm>
          <a:prstGeom prst="ellipse">
            <a:avLst/>
          </a:prstGeom>
          <a:solidFill>
            <a:srgbClr val="8120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4480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40740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trained models on sample images and reviewed the results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MODULES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Practised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13234A"/>
          </a:solidFill>
          <a:ln/>
        </p:spPr>
      </p:sp>
      <p:sp>
        <p:nvSpPr>
          <p:cNvPr id="5" name="Shape 3"/>
          <p:cNvSpPr/>
          <p:nvPr/>
        </p:nvSpPr>
        <p:spPr>
          <a:xfrm>
            <a:off x="1851660" y="2331720"/>
            <a:ext cx="1005840" cy="100584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6" name="Image 0" descr="/home/claude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2419" y="2462479"/>
            <a:ext cx="744322" cy="7443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520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1148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and locating objects within an image using a trained model.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13234A"/>
          </a:solidFill>
          <a:ln/>
        </p:spPr>
      </p:sp>
      <p:sp>
        <p:nvSpPr>
          <p:cNvPr id="10" name="Shape 7"/>
          <p:cNvSpPr/>
          <p:nvPr/>
        </p:nvSpPr>
        <p:spPr>
          <a:xfrm>
            <a:off x="5600700" y="2331720"/>
            <a:ext cx="1005840" cy="100584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11" name="Image 1" descr="/home/claude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459" y="2462479"/>
            <a:ext cx="744322" cy="7443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520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Classification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41148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images into the correct category based on learned visual features.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13234A"/>
          </a:solidFill>
          <a:ln/>
        </p:spPr>
      </p:sp>
      <p:sp>
        <p:nvSpPr>
          <p:cNvPr id="15" name="Shape 11"/>
          <p:cNvSpPr/>
          <p:nvPr/>
        </p:nvSpPr>
        <p:spPr>
          <a:xfrm>
            <a:off x="9349740" y="2331720"/>
            <a:ext cx="1005840" cy="100584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16" name="Image 2" descr="/home/claude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499" y="2462479"/>
            <a:ext cx="744322" cy="7443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520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Image Search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41148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visually similar images by comparing extracted image features.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5" name="Image 0" descr="/home/claude/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85678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5564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how neural networks are built and trained using TensorFlow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8" name="Image 1" descr="/home/claude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2752893"/>
            <a:ext cx="419527" cy="41952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65176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grasp of how object detection and image classification models work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575304"/>
            <a:ext cx="566928" cy="566928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11" name="Image 2" descr="/home/claude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3649005"/>
            <a:ext cx="419527" cy="41952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54787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the basic idea behind product image search using AI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4471416"/>
            <a:ext cx="566928" cy="566928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14" name="Image 3" descr="/home/claude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81" y="4545117"/>
            <a:ext cx="419527" cy="41952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4443984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problem-solving and analytical skills through hands-on practice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40080" y="5367528"/>
            <a:ext cx="566928" cy="566928"/>
          </a:xfrm>
          <a:prstGeom prst="ellipse">
            <a:avLst/>
          </a:prstGeom>
          <a:solidFill>
            <a:srgbClr val="1B305C"/>
          </a:solidFill>
          <a:ln/>
        </p:spPr>
      </p:sp>
      <p:pic>
        <p:nvPicPr>
          <p:cNvPr id="17" name="Image 4" descr="/home/claude/icons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81" y="5441229"/>
            <a:ext cx="419527" cy="41952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17320" y="5340096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the internship with an 'O' (Outstanding) grade</a:t>
            </a:r>
            <a:endParaRPr lang="en-US" sz="1350" dirty="0"/>
          </a:p>
        </p:txBody>
      </p:sp>
      <p:sp>
        <p:nvSpPr>
          <p:cNvPr id="19" name="Text 1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7512" y="1673352"/>
            <a:ext cx="3465576" cy="4807445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B305C">
                <a:alpha val="25000"/>
              </a:srgbClr>
            </a:outerShdw>
          </a:effectLst>
        </p:spPr>
      </p:sp>
      <p:pic>
        <p:nvPicPr>
          <p:cNvPr id="5" name="Image 0" descr="/home/claude/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3246120" cy="458798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0" y="18288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Issued to Kiran Shetty, IILM University, Greater Noida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244144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AI-ML Virtual Internship — 8 Weeks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30998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2026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7856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37581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Foundation, supported by Google for Developers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4439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BY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44165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AICTE, Ministry of Education — National Internship Portal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51023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1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ACHIEVED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50749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(Outstanding)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389120" cy="4389120"/>
          </a:xfrm>
          <a:prstGeom prst="ellipse">
            <a:avLst/>
          </a:prstGeom>
          <a:solidFill>
            <a:srgbClr val="13234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3234A"/>
          </a:solidFill>
          <a:ln/>
        </p:spPr>
      </p:sp>
      <p:sp>
        <p:nvSpPr>
          <p:cNvPr id="4" name="Shape 2"/>
          <p:cNvSpPr/>
          <p:nvPr/>
        </p:nvSpPr>
        <p:spPr>
          <a:xfrm>
            <a:off x="5501488" y="1600200"/>
            <a:ext cx="1188720" cy="1188720"/>
          </a:xfrm>
          <a:prstGeom prst="ellipse">
            <a:avLst/>
          </a:prstGeom>
          <a:solidFill>
            <a:srgbClr val="81202C"/>
          </a:solidFill>
          <a:ln/>
        </p:spPr>
      </p:sp>
      <p:pic>
        <p:nvPicPr>
          <p:cNvPr id="5" name="Image 0" descr="/home/claude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6021" y="1754734"/>
            <a:ext cx="879653" cy="8796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49928" y="4709160"/>
            <a:ext cx="3291840" cy="0"/>
          </a:xfrm>
          <a:prstGeom prst="line">
            <a:avLst/>
          </a:prstGeom>
          <a:noFill/>
          <a:ln w="12700">
            <a:solidFill>
              <a:srgbClr val="2E427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 Shetty   •   CS-2341030   •   B.Tech CSE, 7th Semester   •   IILM University, Greater Noida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2026-08-28T10:38:22Z</dcterms:created>
  <dcterms:modified xsi:type="dcterms:W3CDTF">2026-08-28T10:38:22Z</dcterms:modified>
</cp:coreProperties>
</file>